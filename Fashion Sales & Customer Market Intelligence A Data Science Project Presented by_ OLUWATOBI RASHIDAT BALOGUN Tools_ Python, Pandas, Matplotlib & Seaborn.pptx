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f727996c337ae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f727996c337ae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f727996c337ae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f727996c337ae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f727996c337ae7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f727996c337ae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f727996c337ae7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f727996c337ae7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f727996c337ae7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f727996c337ae7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f727996c337ae7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f727996c337ae7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f727996c337ae7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f727996c337ae7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67450"/>
            <a:ext cx="8520600" cy="19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Fashion Sales &amp; Customer Market Intelligence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A Data Science Project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Presented by: OLUWATOBI </a:t>
            </a:r>
            <a:r>
              <a:rPr lang="en" sz="1100"/>
              <a:t>RASHIDAT</a:t>
            </a:r>
            <a:r>
              <a:rPr lang="en" sz="1100"/>
              <a:t> BALOGUN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Tools: Python, Pandas, Matplotlib &amp; Seaborn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49475" y="972350"/>
            <a:ext cx="8582700" cy="3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project uses 5,000 simulated fashion sales records from 2024 to 2025.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aim is to understand sales trends, customer behavior, and product performance to help the company make better business decisions.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84275" y="1017725"/>
            <a:ext cx="86478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dataset contains 5,000 sales records.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It has 15 original columns.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data covers January 2024 to December 2025.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It includes products, customers, prices, regions, and sales channels.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The dataset was created for educational purposes.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0" y="1017725"/>
            <a:ext cx="88323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Checked the dataset for missing values.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Found 28 missing values.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Replaced missing values with "Unknown".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Converted order dates into the correct format.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Checked for duplicate records.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Saved the cleaned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 created new columns to make the sales analysis easier.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Gross Sales:</a:t>
            </a:r>
            <a:r>
              <a:rPr lang="en" sz="1100">
                <a:solidFill>
                  <a:schemeClr val="dk1"/>
                </a:solidFill>
              </a:rPr>
              <a:t> Total sales before discounts.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Discount Amount:</a:t>
            </a:r>
            <a:r>
              <a:rPr lang="en" sz="1100">
                <a:solidFill>
                  <a:schemeClr val="dk1"/>
                </a:solidFill>
              </a:rPr>
              <a:t> Money deducted from sales.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Net Sales:</a:t>
            </a:r>
            <a:r>
              <a:rPr lang="en" sz="1100">
                <a:solidFill>
                  <a:schemeClr val="dk1"/>
                </a:solidFill>
              </a:rPr>
              <a:t> Revenue after discounts.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Month and Quarter:</a:t>
            </a:r>
            <a:r>
              <a:rPr lang="en" sz="1100">
                <a:solidFill>
                  <a:schemeClr val="dk1"/>
                </a:solidFill>
              </a:rPr>
              <a:t> Used to study sales trends.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Season:</a:t>
            </a:r>
            <a:r>
              <a:rPr lang="en" sz="1100">
                <a:solidFill>
                  <a:schemeClr val="dk1"/>
                </a:solidFill>
              </a:rPr>
              <a:t> Used to compare Dry and Rainy season sales.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Average Order Value:</a:t>
            </a:r>
            <a:r>
              <a:rPr lang="en" sz="1100">
                <a:solidFill>
                  <a:schemeClr val="dk1"/>
                </a:solidFill>
              </a:rPr>
              <a:t> ₦41,179.10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ANALYSIS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Clothing:</a:t>
            </a:r>
            <a:r>
              <a:rPr lang="en" sz="1100">
                <a:solidFill>
                  <a:schemeClr val="dk1"/>
                </a:solidFill>
              </a:rPr>
              <a:t> Highest revenue at ₦75.99 million.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Online Sales:</a:t>
            </a:r>
            <a:r>
              <a:rPr lang="en" sz="1100">
                <a:solidFill>
                  <a:schemeClr val="dk1"/>
                </a:solidFill>
              </a:rPr>
              <a:t> Generated ₦90.40 million.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Top Product:</a:t>
            </a:r>
            <a:r>
              <a:rPr lang="en" sz="1100">
                <a:solidFill>
                  <a:schemeClr val="dk1"/>
                </a:solidFill>
              </a:rPr>
              <a:t> Running Sneakers generated ₦15.25 million.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Best Sales Month:</a:t>
            </a:r>
            <a:r>
              <a:rPr lang="en" sz="1100">
                <a:solidFill>
                  <a:schemeClr val="dk1"/>
                </a:solidFill>
              </a:rPr>
              <a:t> January 2024, with ₦8.25 million.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RECOMMENDATION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Stock more popular clothing products.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Use promotions to improve sales during slow months.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Plan inventory based on seasonal sales patterns.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Invest more in online marketing.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Maintain enough stock of top-performing products like Running Sneakers.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project helped me understand fashion sales trends and customer purchasing behavior.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 found that Clothing generated the highest revenue, Online sales performed better than Physical Stores, and Running Sneakers were the top product.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findings can help the company improve sales, marketing, and inventory planning.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Thank You!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